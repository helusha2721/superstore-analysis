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7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7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9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3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8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1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8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7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6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BB8DD-E74F-40C0-8A3B-798905835B3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1B167-0139-4C88-BC17-4527CB7C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5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4392487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Title: Superstore Analysis</a:t>
            </a:r>
            <a:br>
              <a:rPr lang="en-US" dirty="0" smtClean="0"/>
            </a:br>
            <a:r>
              <a:rPr lang="en-US" sz="3600" dirty="0" smtClean="0"/>
              <a:t>Subtitle: Member 2 Report- </a:t>
            </a:r>
            <a:br>
              <a:rPr lang="en-US" sz="3600" dirty="0" smtClean="0"/>
            </a:br>
            <a:r>
              <a:rPr lang="en-US" sz="3600" dirty="0" smtClean="0"/>
              <a:t>Helen </a:t>
            </a:r>
            <a:r>
              <a:rPr lang="en-US" sz="3600" dirty="0" err="1" smtClean="0"/>
              <a:t>Getachew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2296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Objective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b="1" dirty="0" smtClean="0"/>
              <a:t>Goal:</a:t>
            </a:r>
            <a:r>
              <a:rPr lang="en-US" dirty="0" smtClean="0"/>
              <a:t> Reveal sales patterns to guide inventory and promotions. </a:t>
            </a:r>
          </a:p>
          <a:p>
            <a:pPr lvl="1"/>
            <a:r>
              <a:rPr lang="en-US" b="1" dirty="0" smtClean="0"/>
              <a:t>Focus:</a:t>
            </a:r>
            <a:r>
              <a:rPr lang="en-US" dirty="0" smtClean="0"/>
              <a:t> Correlations, outliers, distributions.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5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Methods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 lvl="1"/>
            <a:r>
              <a:rPr lang="en-US" b="1" dirty="0" smtClean="0"/>
              <a:t>Prep: Data cleaning and export. </a:t>
            </a:r>
          </a:p>
          <a:p>
            <a:pPr lvl="1"/>
            <a:r>
              <a:rPr lang="en-US" b="1" dirty="0" smtClean="0"/>
              <a:t>Analysis: Correlation </a:t>
            </a:r>
            <a:r>
              <a:rPr lang="en-US" b="1" dirty="0" err="1" smtClean="0"/>
              <a:t>heatmap</a:t>
            </a:r>
            <a:r>
              <a:rPr lang="en-US" b="1" dirty="0" smtClean="0"/>
              <a:t>; IQR outliers; Category/Segment/Region distributions.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78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Correlation insights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Key numeric relationships. </a:t>
            </a:r>
          </a:p>
          <a:p>
            <a:pPr lvl="1"/>
            <a:r>
              <a:rPr lang="en-US" b="1" dirty="0" smtClean="0"/>
              <a:t>Use:</a:t>
            </a:r>
            <a:r>
              <a:rPr lang="en-US" dirty="0" smtClean="0"/>
              <a:t> Guides feature importance and monitoring.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correlation_heatmap.png.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28151"/>
            <a:ext cx="4038600" cy="327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83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Outliers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Extreme discounts/high‑value orders detected. </a:t>
            </a:r>
          </a:p>
          <a:p>
            <a:pPr lvl="1"/>
            <a:r>
              <a:rPr lang="en-US" b="1" dirty="0" smtClean="0"/>
              <a:t>Action:</a:t>
            </a:r>
            <a:r>
              <a:rPr lang="en-US" dirty="0" smtClean="0"/>
              <a:t> Review for margin protection.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outliers_boxplot.png.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03727"/>
            <a:ext cx="4038600" cy="3518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809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Category distribution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Office Supplies dominate. </a:t>
            </a:r>
          </a:p>
          <a:p>
            <a:pPr lvl="1"/>
            <a:r>
              <a:rPr lang="en-US" b="1" dirty="0" smtClean="0"/>
              <a:t>Note:</a:t>
            </a:r>
            <a:r>
              <a:rPr lang="en-US" dirty="0" smtClean="0"/>
              <a:t> Furniture/Technology smaller share.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category_proportions_bar.png.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71465"/>
            <a:ext cx="4038600" cy="3783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404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Segment distribution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Consumer, Corporate, Home Office differ.</a:t>
            </a:r>
          </a:p>
          <a:p>
            <a:pPr lvl="1"/>
            <a:r>
              <a:rPr lang="en-US" b="1" dirty="0" smtClean="0"/>
              <a:t>Action:</a:t>
            </a:r>
            <a:r>
              <a:rPr lang="en-US" dirty="0" smtClean="0"/>
              <a:t> Target by segment behavior.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segment_distribution_bar.png.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032937"/>
            <a:ext cx="4038600" cy="366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4937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Category × Segment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Segment mix varies by category. </a:t>
            </a:r>
          </a:p>
          <a:p>
            <a:pPr lvl="1"/>
            <a:r>
              <a:rPr lang="en-US" b="1" dirty="0" smtClean="0"/>
              <a:t>Action:</a:t>
            </a:r>
            <a:r>
              <a:rPr lang="en-US" dirty="0" smtClean="0"/>
              <a:t> Align offers with segment preferences.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category_vs_segment_heatmap.png.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92502"/>
            <a:ext cx="4038600" cy="3341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82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Region distribution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West/East dominate; South/Central lag.</a:t>
            </a:r>
          </a:p>
          <a:p>
            <a:pPr lvl="1"/>
            <a:r>
              <a:rPr lang="en-US" b="1" dirty="0" smtClean="0"/>
              <a:t>Action:</a:t>
            </a:r>
            <a:r>
              <a:rPr lang="en-US" dirty="0" smtClean="0"/>
              <a:t> Prioritize stock and promotions in West/East.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region_distribution_bar.png.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57041"/>
            <a:ext cx="4038600" cy="3412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609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Category × Region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Finding:</a:t>
            </a:r>
            <a:r>
              <a:rPr lang="en-US" dirty="0" smtClean="0"/>
              <a:t> Office Supplies strong everywhere.</a:t>
            </a:r>
          </a:p>
          <a:p>
            <a:pPr lvl="1"/>
            <a:r>
              <a:rPr lang="en-US" dirty="0" smtClean="0"/>
              <a:t> </a:t>
            </a:r>
            <a:r>
              <a:rPr lang="en-US" b="1" dirty="0" smtClean="0"/>
              <a:t>Note:</a:t>
            </a:r>
            <a:r>
              <a:rPr lang="en-US" dirty="0" smtClean="0"/>
              <a:t> Furniture/Technology vary by region.</a:t>
            </a:r>
          </a:p>
          <a:p>
            <a:pPr lvl="1"/>
            <a:r>
              <a:rPr lang="en-US" b="1" dirty="0" smtClean="0"/>
              <a:t>Visual:</a:t>
            </a:r>
            <a:r>
              <a:rPr lang="en-US" dirty="0" smtClean="0"/>
              <a:t> Insert category_vs_region_heatmap.png.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92502"/>
            <a:ext cx="4038600" cy="3341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1086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Recommendations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b="1" dirty="0" smtClean="0"/>
              <a:t>Inventory:</a:t>
            </a:r>
            <a:r>
              <a:rPr lang="en-US" dirty="0" smtClean="0"/>
              <a:t> Boost West/East; maintain Office Supplies. </a:t>
            </a:r>
          </a:p>
          <a:p>
            <a:pPr lvl="1"/>
            <a:r>
              <a:rPr lang="en-US" b="1" dirty="0" smtClean="0"/>
              <a:t>Promotions:</a:t>
            </a:r>
            <a:r>
              <a:rPr lang="en-US" dirty="0" smtClean="0"/>
              <a:t> Region‑specific for Furniture/Technology.</a:t>
            </a:r>
          </a:p>
          <a:p>
            <a:pPr lvl="1"/>
            <a:r>
              <a:rPr lang="en-US" b="1" dirty="0" smtClean="0"/>
              <a:t>Governance:</a:t>
            </a:r>
            <a:r>
              <a:rPr lang="en-US" dirty="0" smtClean="0"/>
              <a:t> Monitor outliers.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5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Conclusion and next steps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Conclusion:</a:t>
            </a:r>
            <a:r>
              <a:rPr lang="en-US" dirty="0" smtClean="0"/>
              <a:t> Region‑aware, category‑specific strategy improves conversion. </a:t>
            </a:r>
          </a:p>
          <a:p>
            <a:r>
              <a:rPr lang="en-US" b="1" dirty="0" smtClean="0"/>
              <a:t>Next:</a:t>
            </a:r>
            <a:r>
              <a:rPr lang="en-US" dirty="0" smtClean="0"/>
              <a:t> Validate with new sales; A/B test offers; refresh monthly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6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219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Title: Superstore Analysis Subtitle: Member 2 Report-  Helen Getachew </vt:lpstr>
      <vt:lpstr>  Objective </vt:lpstr>
      <vt:lpstr>  Methods </vt:lpstr>
      <vt:lpstr>  Correlation insights </vt:lpstr>
      <vt:lpstr>  Outliers </vt:lpstr>
      <vt:lpstr>  Category distribution </vt:lpstr>
      <vt:lpstr>  Segment distribution </vt:lpstr>
      <vt:lpstr>  Category × Segment </vt:lpstr>
      <vt:lpstr>  Region distribution </vt:lpstr>
      <vt:lpstr>  Category × Region </vt:lpstr>
      <vt:lpstr>  Recommendations </vt:lpstr>
      <vt:lpstr>  Conclusion and next steps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Analysis – Member 2.</dc:title>
  <dc:creator>hp</dc:creator>
  <cp:lastModifiedBy>hp</cp:lastModifiedBy>
  <cp:revision>3</cp:revision>
  <dcterms:created xsi:type="dcterms:W3CDTF">2025-12-09T19:34:47Z</dcterms:created>
  <dcterms:modified xsi:type="dcterms:W3CDTF">2025-12-09T20:05:06Z</dcterms:modified>
</cp:coreProperties>
</file>